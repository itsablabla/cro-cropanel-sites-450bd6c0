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voicenotes.com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(82/100)  ·  10 findings  ·  1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pricing page's competing CTAs and the homepage's unsubstantiated social proof and security claims are the primary leaks, diluting the self-serve conversion path and undermining trust. The most valuable mechanism is the self-serve signup flow, which is being bled by multiple equally prominent CTAs on the pricing page and homepage, and by trust signals that are claimed but not evidenced.</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1.8–8.2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Homepage CTA clutter</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Homepage offers multiple competing CTAs, diluting the primary signup path.</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Misleading 'Download' menu label</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Footer groups Enterprise and Pricing under 'Download', mislabeling their destinations.</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C0392B"/>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Competing CTAs on pricing</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Multiple equally prominent CTAs on the pricing page dilute the primary action, confusing self-serve buyers.</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Unsubstantiated security claim</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security promise lacks visible certifications or details, reducing trust.</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Missing trust signals above fold</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so a first-time visitor has nothing to offset purchase risk.</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Lack of risk reversal on pricing</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Pricing page offers no guarantee or refund statement near decision points, increasing perceived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Homepage CTA clutter</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"ctas: Book a demo | Start for free | Get the desktop app | Contact support"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Homepage offers multiple competing CTAs, diluting the primary signup path.</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Misleading 'Download' menu label</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"Download [Chrome extension](https://chromewebstore.google.com/detail/voicenotes-ai-transcribe/ijhnkhjjjpoloniinkaobelgghfckiep?hl=en) [iOS](https://apps.apple.com/us/app/voicenotes-ai-notes-meetings/i"</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Footer groups Enterprise and Pricing under 'Download', mislabeling their destinations.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3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CTAs on pricing</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"ctas: Book a demo | Start for free | Get Started | Contact Sales | Get the desktop app | Contact support"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equally prominent CTAs on the pricing page dilute the primary action, confusing self-serve buyers.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Unsubstantiated security claim</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"h2: Enterprise-grade security. No compromise."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security promise lacks visible certifications or details, reducing trust.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Competing CTAs on pricing</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Misleading 'Download' menu label</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Unsubstantiated social proof claim</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Enterprise link lands on email gate</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Homepage CTA clutter</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Unsubstantiated security claim</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Missing trust signals above fold</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Lack of risk reversal on pricing</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Per-user prices lack billing period</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Enterprise email gate before value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